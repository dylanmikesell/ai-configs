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61" r:id="rId6"/>
    <p:sldId id="262" r:id="rId7"/>
    <p:sldId id="263" r:id="rId8"/>
    <p:sldId id="260" r:id="rId9"/>
  </p:sldIdLst>
  <p:sldSz cx="11879263" cy="6840538"/>
  <p:notesSz cx="6858000" cy="9144000"/>
  <p:defaultTextStyle>
    <a:defPPr>
      <a:defRPr lang="en-US"/>
    </a:defPPr>
    <a:lvl1pPr marL="0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1pPr>
    <a:lvl2pPr marL="449088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2pPr>
    <a:lvl3pPr marL="898175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3pPr>
    <a:lvl4pPr marL="1347263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4pPr>
    <a:lvl5pPr marL="1796350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5pPr>
    <a:lvl6pPr marL="2245438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6pPr>
    <a:lvl7pPr marL="2694525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7pPr>
    <a:lvl8pPr marL="3143613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8pPr>
    <a:lvl9pPr marL="3592700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787B"/>
    <a:srgbClr val="010000"/>
    <a:srgbClr val="020000"/>
    <a:srgbClr val="030000"/>
    <a:srgbClr val="040000"/>
    <a:srgbClr val="050000"/>
    <a:srgbClr val="AB2325"/>
    <a:srgbClr val="801A1C"/>
    <a:srgbClr val="EAC8C9"/>
    <a:srgbClr val="C05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535CD-7166-4D34-9EC0-56DB5146AD73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9300" y="1143000"/>
            <a:ext cx="5359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E59FE-511D-4E46-9AA9-2DC839A43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9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3BEA08-9EA9-68CD-2EF2-A87C13E1E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4437" y="0"/>
            <a:ext cx="6684826" cy="6840538"/>
          </a:xfrm>
          <a:custGeom>
            <a:avLst/>
            <a:gdLst>
              <a:gd name="connsiteX0" fmla="*/ 4703406 w 15244763"/>
              <a:gd name="connsiteY0" fmla="*/ 0 h 15238413"/>
              <a:gd name="connsiteX1" fmla="*/ 15244763 w 15244763"/>
              <a:gd name="connsiteY1" fmla="*/ 0 h 15238413"/>
              <a:gd name="connsiteX2" fmla="*/ 15244763 w 15244763"/>
              <a:gd name="connsiteY2" fmla="*/ 10553041 h 15238413"/>
              <a:gd name="connsiteX3" fmla="*/ 10557437 w 15244763"/>
              <a:gd name="connsiteY3" fmla="*/ 15238413 h 15238413"/>
              <a:gd name="connsiteX4" fmla="*/ 10549507 w 15244763"/>
              <a:gd name="connsiteY4" fmla="*/ 15238413 h 15238413"/>
              <a:gd name="connsiteX5" fmla="*/ 10549507 w 15244763"/>
              <a:gd name="connsiteY5" fmla="*/ 4701447 h 15238413"/>
              <a:gd name="connsiteX6" fmla="*/ 0 w 15244763"/>
              <a:gd name="connsiteY6" fmla="*/ 4701447 h 15238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44763" h="15238413">
                <a:moveTo>
                  <a:pt x="4703406" y="0"/>
                </a:moveTo>
                <a:lnTo>
                  <a:pt x="15244763" y="0"/>
                </a:lnTo>
                <a:lnTo>
                  <a:pt x="15244763" y="10553041"/>
                </a:lnTo>
                <a:lnTo>
                  <a:pt x="10557437" y="15238413"/>
                </a:lnTo>
                <a:lnTo>
                  <a:pt x="10549507" y="15238413"/>
                </a:lnTo>
                <a:lnTo>
                  <a:pt x="10549507" y="4701447"/>
                </a:lnTo>
                <a:lnTo>
                  <a:pt x="0" y="4701447"/>
                </a:lnTo>
                <a:close/>
              </a:path>
            </a:pathLst>
          </a:custGeom>
          <a:solidFill>
            <a:srgbClr val="C05A5C"/>
          </a:solidFill>
        </p:spPr>
        <p:txBody>
          <a:bodyPr wrap="square" tIns="180000" rIns="360000">
            <a:noAutofit/>
          </a:bodyPr>
          <a:lstStyle>
            <a:lvl1pPr marL="0" indent="0" algn="r">
              <a:buNone/>
              <a:defRPr sz="1754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NO"/>
          </a:p>
        </p:txBody>
      </p:sp>
      <p:pic>
        <p:nvPicPr>
          <p:cNvPr id="9" name="Bilde 5">
            <a:extLst>
              <a:ext uri="{FF2B5EF4-FFF2-40B4-BE49-F238E27FC236}">
                <a16:creationId xmlns:a16="http://schemas.microsoft.com/office/drawing/2014/main" id="{96898DA0-7990-8206-9932-DF9DE6EFDC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381258"/>
            <a:ext cx="807785" cy="3851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2251B5A-B116-69CF-EFF6-4F6FA184E1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802" y="2282556"/>
            <a:ext cx="7551104" cy="192481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  <a:endParaRPr lang="nb-NO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F13C393-7674-B79A-09A7-FC2DCB9CDA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802" y="4565722"/>
            <a:ext cx="5910046" cy="565829"/>
          </a:xfrm>
        </p:spPr>
        <p:txBody>
          <a:bodyPr anchor="t"/>
          <a:lstStyle>
            <a:lvl1pPr marL="0" indent="0" algn="l">
              <a:lnSpc>
                <a:spcPct val="90000"/>
              </a:lnSpc>
              <a:spcBef>
                <a:spcPts val="974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45522" indent="0" algn="ctr">
              <a:buNone/>
              <a:defRPr sz="1949"/>
            </a:lvl2pPr>
            <a:lvl3pPr marL="891046" indent="0" algn="ctr">
              <a:buNone/>
              <a:defRPr sz="1754"/>
            </a:lvl3pPr>
            <a:lvl4pPr marL="1336568" indent="0" algn="ctr">
              <a:buNone/>
              <a:defRPr sz="1559"/>
            </a:lvl4pPr>
            <a:lvl5pPr marL="1782092" indent="0" algn="ctr">
              <a:buNone/>
              <a:defRPr sz="1559"/>
            </a:lvl5pPr>
            <a:lvl6pPr marL="2227614" indent="0" algn="ctr">
              <a:buNone/>
              <a:defRPr sz="1559"/>
            </a:lvl6pPr>
            <a:lvl7pPr marL="2673138" indent="0" algn="ctr">
              <a:buNone/>
              <a:defRPr sz="1559"/>
            </a:lvl7pPr>
            <a:lvl8pPr marL="3118660" indent="0" algn="ctr">
              <a:buNone/>
              <a:defRPr sz="1559"/>
            </a:lvl8pPr>
            <a:lvl9pPr marL="3564183" indent="0" algn="ctr">
              <a:buNone/>
              <a:defRPr sz="1559"/>
            </a:lvl9pPr>
          </a:lstStyle>
          <a:p>
            <a:r>
              <a:rPr lang="en-US" dirty="0"/>
              <a:t>Add subtitle/Presenter name</a:t>
            </a:r>
            <a:endParaRPr lang="nb-NO" dirty="0"/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8F5147AF-1E78-3D69-6411-0E1EB6B0DCAD}"/>
              </a:ext>
            </a:extLst>
          </p:cNvPr>
          <p:cNvSpPr txBox="1">
            <a:spLocks/>
          </p:cNvSpPr>
          <p:nvPr userDrawn="1"/>
        </p:nvSpPr>
        <p:spPr>
          <a:xfrm>
            <a:off x="1560331" y="355127"/>
            <a:ext cx="5910046" cy="565829"/>
          </a:xfrm>
          <a:prstGeom prst="rect">
            <a:avLst/>
          </a:prstGeom>
        </p:spPr>
        <p:txBody>
          <a:bodyPr vert="horz" lIns="72000" tIns="72000" rIns="0" bIns="0" rtlCol="0" anchor="t">
            <a:noAutofit/>
          </a:bodyPr>
          <a:lstStyle>
            <a:lvl1pPr marL="0" indent="0" algn="l" defTabSz="891046" rtl="0" eaLnBrk="1" latinLnBrk="0" hangingPunct="1">
              <a:lnSpc>
                <a:spcPct val="90000"/>
              </a:lnSpc>
              <a:spcBef>
                <a:spcPts val="974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5522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1046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Wingdings" panose="05000000000000000000" pitchFamily="2" charset="2"/>
              <a:buNone/>
              <a:defRPr sz="17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6568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92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Wingdings" panose="05000000000000000000" pitchFamily="2" charset="2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27614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3138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8660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183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i="1" dirty="0"/>
              <a:t>For a Sustainable Future On Safe Ground</a:t>
            </a:r>
          </a:p>
        </p:txBody>
      </p:sp>
    </p:spTree>
    <p:extLst>
      <p:ext uri="{BB962C8B-B14F-4D97-AF65-F5344CB8AC3E}">
        <p14:creationId xmlns:p14="http://schemas.microsoft.com/office/powerpoint/2010/main" val="227424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#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3BEA08-9EA9-68CD-2EF2-A87C13E1E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4437" y="0"/>
            <a:ext cx="6684826" cy="6840538"/>
          </a:xfrm>
          <a:custGeom>
            <a:avLst/>
            <a:gdLst>
              <a:gd name="connsiteX0" fmla="*/ 4703406 w 15244763"/>
              <a:gd name="connsiteY0" fmla="*/ 0 h 15238413"/>
              <a:gd name="connsiteX1" fmla="*/ 15244763 w 15244763"/>
              <a:gd name="connsiteY1" fmla="*/ 0 h 15238413"/>
              <a:gd name="connsiteX2" fmla="*/ 15244763 w 15244763"/>
              <a:gd name="connsiteY2" fmla="*/ 10553041 h 15238413"/>
              <a:gd name="connsiteX3" fmla="*/ 10557437 w 15244763"/>
              <a:gd name="connsiteY3" fmla="*/ 15238413 h 15238413"/>
              <a:gd name="connsiteX4" fmla="*/ 10549507 w 15244763"/>
              <a:gd name="connsiteY4" fmla="*/ 15238413 h 15238413"/>
              <a:gd name="connsiteX5" fmla="*/ 10549507 w 15244763"/>
              <a:gd name="connsiteY5" fmla="*/ 4701447 h 15238413"/>
              <a:gd name="connsiteX6" fmla="*/ 0 w 15244763"/>
              <a:gd name="connsiteY6" fmla="*/ 4701447 h 15238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44763" h="15238413">
                <a:moveTo>
                  <a:pt x="4703406" y="0"/>
                </a:moveTo>
                <a:lnTo>
                  <a:pt x="15244763" y="0"/>
                </a:lnTo>
                <a:lnTo>
                  <a:pt x="15244763" y="10553041"/>
                </a:lnTo>
                <a:lnTo>
                  <a:pt x="10557437" y="15238413"/>
                </a:lnTo>
                <a:lnTo>
                  <a:pt x="10549507" y="15238413"/>
                </a:lnTo>
                <a:lnTo>
                  <a:pt x="10549507" y="4701447"/>
                </a:lnTo>
                <a:lnTo>
                  <a:pt x="0" y="4701447"/>
                </a:lnTo>
                <a:close/>
              </a:path>
            </a:pathLst>
          </a:custGeom>
          <a:solidFill>
            <a:srgbClr val="C05A5C"/>
          </a:solidFill>
        </p:spPr>
        <p:txBody>
          <a:bodyPr wrap="square" tIns="180000" rIns="360000">
            <a:noAutofit/>
          </a:bodyPr>
          <a:lstStyle>
            <a:lvl1pPr marL="0" indent="0" algn="r">
              <a:buNone/>
              <a:defRPr sz="1754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NO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E4122F-EFD1-AAA1-3305-56D8599DDC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381258"/>
            <a:ext cx="807784" cy="3851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C9D6022-B289-7B38-5124-1A39389742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802" y="2282556"/>
            <a:ext cx="7551104" cy="192481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  <a:endParaRPr lang="nb-NO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C57681D-33BA-48A4-8F45-1643262DE5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794" y="4565722"/>
            <a:ext cx="5910046" cy="565829"/>
          </a:xfrm>
        </p:spPr>
        <p:txBody>
          <a:bodyPr anchor="t"/>
          <a:lstStyle>
            <a:lvl1pPr marL="0" indent="0" algn="l">
              <a:lnSpc>
                <a:spcPct val="90000"/>
              </a:lnSpc>
              <a:spcBef>
                <a:spcPts val="974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45522" indent="0" algn="ctr">
              <a:buNone/>
              <a:defRPr sz="1949"/>
            </a:lvl2pPr>
            <a:lvl3pPr marL="891046" indent="0" algn="ctr">
              <a:buNone/>
              <a:defRPr sz="1754"/>
            </a:lvl3pPr>
            <a:lvl4pPr marL="1336568" indent="0" algn="ctr">
              <a:buNone/>
              <a:defRPr sz="1559"/>
            </a:lvl4pPr>
            <a:lvl5pPr marL="1782092" indent="0" algn="ctr">
              <a:buNone/>
              <a:defRPr sz="1559"/>
            </a:lvl5pPr>
            <a:lvl6pPr marL="2227614" indent="0" algn="ctr">
              <a:buNone/>
              <a:defRPr sz="1559"/>
            </a:lvl6pPr>
            <a:lvl7pPr marL="2673138" indent="0" algn="ctr">
              <a:buNone/>
              <a:defRPr sz="1559"/>
            </a:lvl7pPr>
            <a:lvl8pPr marL="3118660" indent="0" algn="ctr">
              <a:buNone/>
              <a:defRPr sz="1559"/>
            </a:lvl8pPr>
            <a:lvl9pPr marL="3564183" indent="0" algn="ctr">
              <a:buNone/>
              <a:defRPr sz="1559"/>
            </a:lvl9pPr>
          </a:lstStyle>
          <a:p>
            <a:r>
              <a:rPr lang="en-US" dirty="0"/>
              <a:t>Add subtitle/Presenter name</a:t>
            </a:r>
            <a:endParaRPr lang="nb-NO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F2D6C02A-5FF8-F8B6-DC55-3C7D1AD2B34A}"/>
              </a:ext>
            </a:extLst>
          </p:cNvPr>
          <p:cNvSpPr txBox="1">
            <a:spLocks/>
          </p:cNvSpPr>
          <p:nvPr userDrawn="1"/>
        </p:nvSpPr>
        <p:spPr>
          <a:xfrm>
            <a:off x="1560331" y="355127"/>
            <a:ext cx="5910046" cy="565829"/>
          </a:xfrm>
          <a:prstGeom prst="rect">
            <a:avLst/>
          </a:prstGeom>
        </p:spPr>
        <p:txBody>
          <a:bodyPr vert="horz" lIns="72000" tIns="72000" rIns="0" bIns="0" rtlCol="0" anchor="t">
            <a:noAutofit/>
          </a:bodyPr>
          <a:lstStyle>
            <a:lvl1pPr marL="0" indent="0" algn="l" defTabSz="891046" rtl="0" eaLnBrk="1" latinLnBrk="0" hangingPunct="1">
              <a:lnSpc>
                <a:spcPct val="90000"/>
              </a:lnSpc>
              <a:spcBef>
                <a:spcPts val="974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5522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1046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Wingdings" panose="05000000000000000000" pitchFamily="2" charset="2"/>
              <a:buNone/>
              <a:defRPr sz="17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6568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92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Wingdings" panose="05000000000000000000" pitchFamily="2" charset="2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27614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3138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8660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183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i="1" dirty="0">
                <a:solidFill>
                  <a:srgbClr val="75787B"/>
                </a:solidFill>
              </a:rPr>
              <a:t>For a Sustainable Future On Safe Ground</a:t>
            </a:r>
          </a:p>
        </p:txBody>
      </p:sp>
    </p:spTree>
    <p:extLst>
      <p:ext uri="{BB962C8B-B14F-4D97-AF65-F5344CB8AC3E}">
        <p14:creationId xmlns:p14="http://schemas.microsoft.com/office/powerpoint/2010/main" val="243248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ovedlinje">
            <a:extLst>
              <a:ext uri="{FF2B5EF4-FFF2-40B4-BE49-F238E27FC236}">
                <a16:creationId xmlns:a16="http://schemas.microsoft.com/office/drawing/2014/main" id="{A725397C-981D-D8DE-46B4-150201BC2816}"/>
              </a:ext>
            </a:extLst>
          </p:cNvPr>
          <p:cNvSpPr/>
          <p:nvPr userDrawn="1"/>
        </p:nvSpPr>
        <p:spPr>
          <a:xfrm>
            <a:off x="5506455" y="0"/>
            <a:ext cx="137969" cy="6840538"/>
          </a:xfrm>
          <a:prstGeom prst="rect">
            <a:avLst/>
          </a:prstGeom>
          <a:solidFill>
            <a:srgbClr val="EAC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1579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CCDE793D-0E90-907C-A502-188EDF76DE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6221" y="624883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1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398A3E0F-57B0-8FE8-55D1-76FCE132CD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7031" y="1014128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E3C1FBA9-675E-DC83-5946-6E71E41E4F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46221" y="1743197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2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2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E75CC0B0-96C3-3086-C003-A35E3C267B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7031" y="2131426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2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740400C1-2AD7-92F9-F497-81A602FC95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46221" y="2861245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3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3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2BF85DAE-C5DA-6BD1-728B-BB8BAA5778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97031" y="3250111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3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D9DD0C2C-87FA-808E-301B-D97A065DA3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46221" y="3979293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4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4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3E1BF5E2-7472-EF3C-C607-A008E209AD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97031" y="4373631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4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78" name="Text Placeholder 6">
            <a:extLst>
              <a:ext uri="{FF2B5EF4-FFF2-40B4-BE49-F238E27FC236}">
                <a16:creationId xmlns:a16="http://schemas.microsoft.com/office/drawing/2014/main" id="{78D8B818-3EB2-D518-3901-B36F9F945F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46221" y="5097826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5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5</a:t>
            </a:r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7F472BB4-880B-4A64-8B9D-1A156AD07E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97031" y="5487204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5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ADA0F151-F46A-1DB0-83DE-A26CF0E09BC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204259" y="625149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48" name="Picture Placeholder 39">
            <a:extLst>
              <a:ext uri="{FF2B5EF4-FFF2-40B4-BE49-F238E27FC236}">
                <a16:creationId xmlns:a16="http://schemas.microsoft.com/office/drawing/2014/main" id="{4936B875-EA0B-DF42-451F-1ED61BF0F2A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04259" y="1743197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2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64" name="Picture Placeholder 39">
            <a:extLst>
              <a:ext uri="{FF2B5EF4-FFF2-40B4-BE49-F238E27FC236}">
                <a16:creationId xmlns:a16="http://schemas.microsoft.com/office/drawing/2014/main" id="{F294924D-A526-53ED-3B83-F2BD0A295BA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04259" y="2861245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3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72" name="Picture Placeholder 39">
            <a:extLst>
              <a:ext uri="{FF2B5EF4-FFF2-40B4-BE49-F238E27FC236}">
                <a16:creationId xmlns:a16="http://schemas.microsoft.com/office/drawing/2014/main" id="{27FA1035-DA88-AE72-9438-B5D49822440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04259" y="3979293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4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80" name="Picture Placeholder 39">
            <a:extLst>
              <a:ext uri="{FF2B5EF4-FFF2-40B4-BE49-F238E27FC236}">
                <a16:creationId xmlns:a16="http://schemas.microsoft.com/office/drawing/2014/main" id="{3FB6E430-8F38-045B-2B86-F0ED558881B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204259" y="5097826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5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D69BC1-C93F-F7B2-C4DB-1BA7F09F61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8142" y="2282556"/>
            <a:ext cx="3421153" cy="1517190"/>
          </a:xfrm>
        </p:spPr>
        <p:txBody>
          <a:bodyPr anchor="ctr"/>
          <a:lstStyle>
            <a:lvl1pPr algn="l">
              <a:lnSpc>
                <a:spcPct val="100000"/>
              </a:lnSpc>
              <a:defRPr sz="5701">
                <a:latin typeface="+mn-lt"/>
              </a:defRPr>
            </a:lvl1pPr>
          </a:lstStyle>
          <a:p>
            <a:r>
              <a:rPr lang="nb-NO" dirty="0"/>
              <a:t>Agenda</a:t>
            </a:r>
          </a:p>
        </p:txBody>
      </p:sp>
      <p:sp>
        <p:nvSpPr>
          <p:cNvPr id="2" name="Agendaside" hidden="1">
            <a:extLst>
              <a:ext uri="{FF2B5EF4-FFF2-40B4-BE49-F238E27FC236}">
                <a16:creationId xmlns:a16="http://schemas.microsoft.com/office/drawing/2014/main" id="{0E1858A5-78DB-66EB-5AFB-53508DE18E88}"/>
              </a:ext>
            </a:extLst>
          </p:cNvPr>
          <p:cNvSpPr/>
          <p:nvPr userDrawn="1"/>
        </p:nvSpPr>
        <p:spPr>
          <a:xfrm>
            <a:off x="120649" y="-294523"/>
            <a:ext cx="258736" cy="23571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862"/>
          </a:p>
        </p:txBody>
      </p:sp>
    </p:spTree>
    <p:extLst>
      <p:ext uri="{BB962C8B-B14F-4D97-AF65-F5344CB8AC3E}">
        <p14:creationId xmlns:p14="http://schemas.microsoft.com/office/powerpoint/2010/main" val="350913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sjon">
    <p:bg>
      <p:bgPr>
        <a:solidFill>
          <a:srgbClr val="AB23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18E88F1-AA27-AC77-B630-F335F898CE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7178" y="0"/>
            <a:ext cx="6682085" cy="6840538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Freeform 1">
            <a:extLst>
              <a:ext uri="{FF2B5EF4-FFF2-40B4-BE49-F238E27FC236}">
                <a16:creationId xmlns:a16="http://schemas.microsoft.com/office/drawing/2014/main" id="{4A5D32E5-4771-9C7E-FFA1-893C7365DAC5}"/>
              </a:ext>
            </a:extLst>
          </p:cNvPr>
          <p:cNvSpPr/>
          <p:nvPr userDrawn="1"/>
        </p:nvSpPr>
        <p:spPr>
          <a:xfrm>
            <a:off x="4454724" y="-1"/>
            <a:ext cx="371227" cy="6840539"/>
          </a:xfrm>
          <a:custGeom>
            <a:avLst/>
            <a:gdLst>
              <a:gd name="connsiteX0" fmla="*/ 0 w 23691847"/>
              <a:gd name="connsiteY0" fmla="*/ 0 h 11844337"/>
              <a:gd name="connsiteX1" fmla="*/ 23691847 w 23691847"/>
              <a:gd name="connsiteY1" fmla="*/ 0 h 11844337"/>
              <a:gd name="connsiteX2" fmla="*/ 23691847 w 23691847"/>
              <a:gd name="connsiteY2" fmla="*/ 11844337 h 11844337"/>
              <a:gd name="connsiteX3" fmla="*/ 0 w 23691847"/>
              <a:gd name="connsiteY3" fmla="*/ 11844337 h 11844337"/>
              <a:gd name="connsiteX4" fmla="*/ 0 w 23691847"/>
              <a:gd name="connsiteY4" fmla="*/ 0 h 1184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91847" h="11844337">
                <a:moveTo>
                  <a:pt x="0" y="0"/>
                </a:moveTo>
                <a:lnTo>
                  <a:pt x="23691847" y="0"/>
                </a:lnTo>
                <a:lnTo>
                  <a:pt x="23691847" y="11844337"/>
                </a:lnTo>
                <a:lnTo>
                  <a:pt x="0" y="11844337"/>
                </a:lnTo>
                <a:lnTo>
                  <a:pt x="0" y="0"/>
                </a:lnTo>
                <a:close/>
              </a:path>
            </a:pathLst>
          </a:custGeom>
          <a:solidFill>
            <a:srgbClr val="C05A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sz="1579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188E432-3BB5-A5CF-D989-D2A0FEFDA7C3}"/>
              </a:ext>
            </a:extLst>
          </p:cNvPr>
          <p:cNvSpPr/>
          <p:nvPr userDrawn="1"/>
        </p:nvSpPr>
        <p:spPr>
          <a:xfrm>
            <a:off x="4825951" y="-1"/>
            <a:ext cx="371227" cy="6840539"/>
          </a:xfrm>
          <a:custGeom>
            <a:avLst/>
            <a:gdLst>
              <a:gd name="connsiteX0" fmla="*/ 0 w 23691847"/>
              <a:gd name="connsiteY0" fmla="*/ 0 h 11844337"/>
              <a:gd name="connsiteX1" fmla="*/ 23691847 w 23691847"/>
              <a:gd name="connsiteY1" fmla="*/ 0 h 11844337"/>
              <a:gd name="connsiteX2" fmla="*/ 23691847 w 23691847"/>
              <a:gd name="connsiteY2" fmla="*/ 11844337 h 11844337"/>
              <a:gd name="connsiteX3" fmla="*/ 0 w 23691847"/>
              <a:gd name="connsiteY3" fmla="*/ 11844337 h 11844337"/>
              <a:gd name="connsiteX4" fmla="*/ 0 w 23691847"/>
              <a:gd name="connsiteY4" fmla="*/ 0 h 1184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91847" h="11844337">
                <a:moveTo>
                  <a:pt x="0" y="0"/>
                </a:moveTo>
                <a:lnTo>
                  <a:pt x="23691847" y="0"/>
                </a:lnTo>
                <a:lnTo>
                  <a:pt x="23691847" y="11844337"/>
                </a:lnTo>
                <a:lnTo>
                  <a:pt x="0" y="11844337"/>
                </a:lnTo>
                <a:lnTo>
                  <a:pt x="0" y="0"/>
                </a:lnTo>
                <a:close/>
              </a:path>
            </a:pathLst>
          </a:custGeom>
          <a:solidFill>
            <a:srgbClr val="D591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sz="1579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66ED912-8017-FACE-6A93-78D2091D52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384" y="2282555"/>
            <a:ext cx="3335998" cy="3035092"/>
          </a:xfrm>
        </p:spPr>
        <p:txBody>
          <a:bodyPr anchor="b"/>
          <a:lstStyle>
            <a:lvl1pPr algn="l">
              <a:lnSpc>
                <a:spcPct val="90000"/>
              </a:lnSpc>
              <a:defRPr sz="3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b-NO" dirty="0"/>
              <a:t>Agenda slide</a:t>
            </a:r>
          </a:p>
        </p:txBody>
      </p:sp>
      <p:sp>
        <p:nvSpPr>
          <p:cNvPr id="15" name="Picture Placeholder 39">
            <a:extLst>
              <a:ext uri="{FF2B5EF4-FFF2-40B4-BE49-F238E27FC236}">
                <a16:creationId xmlns:a16="http://schemas.microsoft.com/office/drawing/2014/main" id="{A4CEC68E-0A75-F0BD-7D02-3ABCF645FBF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9385" y="385625"/>
            <a:ext cx="1102652" cy="1128806"/>
          </a:xfrm>
          <a:prstGeom prst="ellipse">
            <a:avLst/>
          </a:prstGeom>
          <a:solidFill>
            <a:srgbClr val="EAC8C9"/>
          </a:solidFill>
        </p:spPr>
        <p:txBody>
          <a:bodyPr/>
          <a:lstStyle>
            <a:lvl1pPr marL="0" indent="0" algn="ctr">
              <a:buNone/>
              <a:defRPr sz="1052">
                <a:solidFill>
                  <a:schemeClr val="tx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2" name="Kapittelside" hidden="1">
            <a:extLst>
              <a:ext uri="{FF2B5EF4-FFF2-40B4-BE49-F238E27FC236}">
                <a16:creationId xmlns:a16="http://schemas.microsoft.com/office/drawing/2014/main" id="{A70FB2BA-93A1-CBB2-E489-D2A9C03A4D05}"/>
              </a:ext>
            </a:extLst>
          </p:cNvPr>
          <p:cNvSpPr/>
          <p:nvPr userDrawn="1"/>
        </p:nvSpPr>
        <p:spPr>
          <a:xfrm>
            <a:off x="120649" y="-294523"/>
            <a:ext cx="258736" cy="23571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862"/>
          </a:p>
        </p:txBody>
      </p:sp>
    </p:spTree>
    <p:extLst>
      <p:ext uri="{BB962C8B-B14F-4D97-AF65-F5344CB8AC3E}">
        <p14:creationId xmlns:p14="http://schemas.microsoft.com/office/powerpoint/2010/main" val="123680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4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00CC5D4-3D45-938F-5A2F-3A2A9F220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9534" y="1170896"/>
            <a:ext cx="10383066" cy="4553600"/>
          </a:xfrm>
          <a:prstGeom prst="rect">
            <a:avLst/>
          </a:prstGeom>
        </p:spPr>
        <p:txBody>
          <a:bodyPr lIns="72000" tIns="72000" rIns="0" bIns="0"/>
          <a:lstStyle>
            <a:lvl1pPr>
              <a:spcAft>
                <a:spcPts val="200"/>
              </a:spcAft>
              <a:defRPr/>
            </a:lvl1pPr>
            <a:lvl2pPr marL="505185" indent="-189444">
              <a:spcAft>
                <a:spcPts val="200"/>
              </a:spcAft>
              <a:buSzPct val="85000"/>
              <a:buFont typeface="Aptos Display" panose="020B0004020202020204" pitchFamily="34" charset="0"/>
              <a:buChar char="–"/>
              <a:defRPr/>
            </a:lvl2pPr>
            <a:lvl3pPr marL="884074" indent="-189444">
              <a:spcAft>
                <a:spcPts val="200"/>
              </a:spcAft>
              <a:buSzPct val="85000"/>
              <a:buFont typeface="Aptos Display" panose="020B0004020202020204" pitchFamily="34" charset="0"/>
              <a:buChar char="–"/>
              <a:defRPr/>
            </a:lvl3pPr>
            <a:lvl4pPr marL="1199815" indent="-189444">
              <a:spcAft>
                <a:spcPts val="200"/>
              </a:spcAft>
              <a:buSzPct val="85000"/>
              <a:buFont typeface="Aptos Display" panose="020B0004020202020204" pitchFamily="34" charset="0"/>
              <a:buChar char="–"/>
              <a:defRPr/>
            </a:lvl4pPr>
            <a:lvl5pPr marL="1578703" indent="-189444">
              <a:spcAft>
                <a:spcPts val="200"/>
              </a:spcAft>
              <a:buSzPct val="85000"/>
              <a:buFont typeface="Aptos Display" panose="020B0004020202020204" pitchFamily="34" charset="0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368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to tekstbok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678DD97-D047-60C2-C544-38044545C6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2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DB354F-438F-CC1C-15F3-9DA06621B5D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9532" y="1170896"/>
            <a:ext cx="4824200" cy="4553600"/>
          </a:xfrm>
        </p:spPr>
        <p:txBody>
          <a:bodyPr lIns="72000" tIns="7200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19053-52A0-71B9-7B4E-6D1C302A5B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2826" y="1170896"/>
            <a:ext cx="4824200" cy="4553600"/>
          </a:xfrm>
          <a:prstGeom prst="rect">
            <a:avLst/>
          </a:prstGeom>
        </p:spPr>
        <p:txBody>
          <a:bodyPr lIns="72000" tIns="7200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273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tekst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678DD97-D047-60C2-C544-38044545C6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2" y="381259"/>
            <a:ext cx="5555120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E2729E9-3ABC-77CC-CA07-7E62EE25F8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82085" y="0"/>
            <a:ext cx="5197178" cy="6840538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E9BB3A-ED83-2DAC-1A22-80C1B9DE1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532" y="1170896"/>
            <a:ext cx="5209378" cy="4553600"/>
          </a:xfrm>
          <a:prstGeom prst="rect">
            <a:avLst/>
          </a:prstGeom>
        </p:spPr>
        <p:txBody>
          <a:bodyPr lIns="72000" tIns="7200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30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tekst og to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678DD97-D047-60C2-C544-38044545C6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2" y="370748"/>
            <a:ext cx="5555120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E2729E9-3ABC-77CC-CA07-7E62EE25F8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82085" y="0"/>
            <a:ext cx="5197178" cy="3313303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14160B32-4C69-7302-6861-28864FD161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2085" y="3527235"/>
            <a:ext cx="5197178" cy="3313303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1A035-C019-0FB7-E959-E77298BE30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532" y="1170896"/>
            <a:ext cx="5209378" cy="4553600"/>
          </a:xfrm>
          <a:prstGeom prst="rect">
            <a:avLst/>
          </a:prstGeom>
        </p:spPr>
        <p:txBody>
          <a:bodyPr lIns="72000" tIns="7200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769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4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r>
              <a:rPr lang="nb-NO" dirty="0"/>
              <a:t> and (i.e. </a:t>
            </a:r>
            <a:r>
              <a:rPr lang="nb-NO" dirty="0" err="1"/>
              <a:t>graphs</a:t>
            </a:r>
            <a:r>
              <a:rPr lang="nb-NO" dirty="0"/>
              <a:t>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4B1714-C2CA-23B4-6563-F8F860016A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29534" y="1170896"/>
            <a:ext cx="10383066" cy="4553600"/>
          </a:xfrm>
          <a:prstGeom prst="rect">
            <a:avLst/>
          </a:prstGeom>
        </p:spPr>
        <p:txBody>
          <a:bodyPr lIns="72000" tIns="72000" rIns="0" bIns="0"/>
          <a:lstStyle>
            <a:lvl1pPr>
              <a:defRPr/>
            </a:lvl1pPr>
          </a:lstStyle>
          <a:p>
            <a:pPr lvl="0"/>
            <a:r>
              <a:rPr lang="en-US" dirty="0"/>
              <a:t>Click on symbols below to add graphs and figures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534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heldekkende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228465D-BAB8-0733-BD6D-A8CEADC923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879263" cy="6840538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B21D10-F865-3BEB-4E71-756D0B10C9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387" y="391593"/>
            <a:ext cx="5033518" cy="753815"/>
          </a:xfrm>
          <a:solidFill>
            <a:schemeClr val="bg1">
              <a:alpha val="50000"/>
            </a:schemeClr>
          </a:solidFill>
        </p:spPr>
        <p:txBody>
          <a:bodyPr lIns="360000" tIns="180000" rIns="360000" bIns="180000" anchor="t">
            <a:spAutoFit/>
          </a:bodyPr>
          <a:lstStyle>
            <a:lvl1pPr algn="l">
              <a:lnSpc>
                <a:spcPct val="90000"/>
              </a:lnSpc>
              <a:defRPr sz="2800" b="0">
                <a:latin typeface="Aptos SemiBold" panose="020B0004020202020204" pitchFamily="34" charset="0"/>
              </a:defRPr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6136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tr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122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8A0A434-23DC-580B-7693-ADB2B67A4C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1367" y="3377767"/>
            <a:ext cx="2976003" cy="2332540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</a:lstStyle>
          <a:p>
            <a:pPr lvl="0"/>
            <a:r>
              <a:rPr lang="en-US" dirty="0"/>
              <a:t>Picture text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90461B9-4908-05C3-14C3-F8F2226430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1367" y="1187293"/>
            <a:ext cx="2790389" cy="2190474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0F43F0-D6E7-0544-363F-167A6E8C339C}"/>
              </a:ext>
            </a:extLst>
          </p:cNvPr>
          <p:cNvSpPr/>
          <p:nvPr userDrawn="1"/>
        </p:nvSpPr>
        <p:spPr>
          <a:xfrm flipH="1">
            <a:off x="3531757" y="1187243"/>
            <a:ext cx="185613" cy="2190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1579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7C51E65-3FE7-0581-7049-03C5CF2018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892" y="3377767"/>
            <a:ext cx="2976003" cy="2332540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</a:lstStyle>
          <a:p>
            <a:pPr lvl="0"/>
            <a:r>
              <a:rPr lang="en-US" dirty="0"/>
              <a:t>Picture text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282E703A-1DC2-7C1D-8CE0-BDE2B0551FD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61891" y="1187293"/>
            <a:ext cx="2790389" cy="2190474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2F57C9-7B5D-1822-00AF-C4137DB0B861}"/>
              </a:ext>
            </a:extLst>
          </p:cNvPr>
          <p:cNvSpPr/>
          <p:nvPr userDrawn="1"/>
        </p:nvSpPr>
        <p:spPr>
          <a:xfrm flipH="1">
            <a:off x="10952281" y="1187243"/>
            <a:ext cx="185613" cy="2190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1579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40C3D98-B4C0-2EBB-512E-3CF419C809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1629" y="3377767"/>
            <a:ext cx="2976003" cy="2332540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</a:lstStyle>
          <a:p>
            <a:pPr lvl="0"/>
            <a:r>
              <a:rPr lang="en-US" dirty="0"/>
              <a:t>Picture text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22F97EA4-59FC-ABF0-6BD9-FA4697E31B0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51628" y="1187293"/>
            <a:ext cx="2790389" cy="2190474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1AB62B-AF25-4142-C507-B840B2703D64}"/>
              </a:ext>
            </a:extLst>
          </p:cNvPr>
          <p:cNvSpPr/>
          <p:nvPr userDrawn="1"/>
        </p:nvSpPr>
        <p:spPr>
          <a:xfrm flipH="1">
            <a:off x="7242018" y="1187243"/>
            <a:ext cx="185613" cy="2190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1579"/>
          </a:p>
        </p:txBody>
      </p:sp>
    </p:spTree>
    <p:extLst>
      <p:ext uri="{BB962C8B-B14F-4D97-AF65-F5344CB8AC3E}">
        <p14:creationId xmlns:p14="http://schemas.microsoft.com/office/powerpoint/2010/main" val="3531996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fire bok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457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437632E-4EDE-01A2-A84D-9453C20F72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036" y="1861916"/>
            <a:ext cx="4826382" cy="1511189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  <a:lvl2pPr>
              <a:defRPr sz="1219"/>
            </a:lvl2pPr>
            <a:lvl3pPr>
              <a:defRPr sz="1219"/>
            </a:lvl3pPr>
            <a:lvl4pPr>
              <a:defRPr sz="1219"/>
            </a:lvl4pPr>
            <a:lvl5pPr>
              <a:defRPr sz="1219"/>
            </a:lvl5pPr>
          </a:lstStyle>
          <a:p>
            <a:pPr lvl="0"/>
            <a:r>
              <a:rPr lang="nb-NO" dirty="0"/>
              <a:t>Block 1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FFFE268-F03F-B3FA-1868-C169509554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2036" y="1524121"/>
            <a:ext cx="4826382" cy="337795"/>
          </a:xfrm>
          <a:prstGeom prst="rect">
            <a:avLst/>
          </a:prstGeom>
          <a:solidFill>
            <a:srgbClr val="AB232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Heading block 1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A3E3467-3056-96EB-3537-2173E60F07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10848" y="1524121"/>
            <a:ext cx="4826382" cy="337795"/>
          </a:xfrm>
          <a:prstGeom prst="rect">
            <a:avLst/>
          </a:prstGeom>
          <a:solidFill>
            <a:srgbClr val="AB232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Heading block 2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14BA31D-E17D-60E7-A575-E5F09BBC59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2036" y="3806093"/>
            <a:ext cx="4826382" cy="337795"/>
          </a:xfrm>
          <a:prstGeom prst="rect">
            <a:avLst/>
          </a:prstGeom>
          <a:solidFill>
            <a:srgbClr val="AB232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Heading block 3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EFF12E6E-21D2-D697-B417-74D9386E58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10848" y="3806093"/>
            <a:ext cx="4826382" cy="337795"/>
          </a:xfrm>
          <a:prstGeom prst="rect">
            <a:avLst/>
          </a:prstGeom>
          <a:solidFill>
            <a:srgbClr val="AB232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Heading block 4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CEA27CC-4398-7B18-FE99-89103A799D8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0847" y="1861916"/>
            <a:ext cx="4826382" cy="1511189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  <a:lvl2pPr>
              <a:defRPr sz="1219"/>
            </a:lvl2pPr>
            <a:lvl3pPr>
              <a:defRPr sz="1219"/>
            </a:lvl3pPr>
            <a:lvl4pPr>
              <a:defRPr sz="1219"/>
            </a:lvl4pPr>
            <a:lvl5pPr>
              <a:defRPr sz="1219"/>
            </a:lvl5pPr>
          </a:lstStyle>
          <a:p>
            <a:pPr lvl="0"/>
            <a:r>
              <a:rPr lang="nb-NO" dirty="0"/>
              <a:t>Block 2</a:t>
            </a:r>
            <a:endParaRPr lang="en-US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D4DF3563-D83C-B9C8-C13E-7F6EE8E215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2036" y="4144054"/>
            <a:ext cx="4826382" cy="1511189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  <a:lvl2pPr>
              <a:defRPr sz="1219"/>
            </a:lvl2pPr>
            <a:lvl3pPr>
              <a:defRPr sz="1219"/>
            </a:lvl3pPr>
            <a:lvl4pPr>
              <a:defRPr sz="1219"/>
            </a:lvl4pPr>
            <a:lvl5pPr>
              <a:defRPr sz="1219"/>
            </a:lvl5pPr>
          </a:lstStyle>
          <a:p>
            <a:pPr lvl="0"/>
            <a:r>
              <a:rPr lang="nb-NO" dirty="0"/>
              <a:t>Block 3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BE22AF65-A931-C996-A804-1A39AE317E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10847" y="4144054"/>
            <a:ext cx="4826382" cy="1511189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  <a:lvl2pPr>
              <a:defRPr sz="1219"/>
            </a:lvl2pPr>
            <a:lvl3pPr>
              <a:defRPr sz="1219"/>
            </a:lvl3pPr>
            <a:lvl4pPr>
              <a:defRPr sz="1219"/>
            </a:lvl4pPr>
            <a:lvl5pPr>
              <a:defRPr sz="1219"/>
            </a:lvl5pPr>
          </a:lstStyle>
          <a:p>
            <a:pPr lvl="0"/>
            <a:r>
              <a:rPr lang="nb-NO" dirty="0"/>
              <a:t>Block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865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dslinj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457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Timeline</a:t>
            </a:r>
            <a:endParaRPr lang="nb-NO" dirty="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5C5E5803-C7B9-A6E5-3D58-12A7B80F95F0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1555061" y="3325367"/>
            <a:ext cx="8769141" cy="320099"/>
          </a:xfrm>
          <a:prstGeom prst="rightArrow">
            <a:avLst/>
          </a:prstGeom>
          <a:solidFill>
            <a:srgbClr val="EAC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862"/>
          </a:p>
        </p:txBody>
      </p:sp>
      <p:grpSp>
        <p:nvGrpSpPr>
          <p:cNvPr id="14" name="GroupDown" hidden="1">
            <a:extLst>
              <a:ext uri="{FF2B5EF4-FFF2-40B4-BE49-F238E27FC236}">
                <a16:creationId xmlns:a16="http://schemas.microsoft.com/office/drawing/2014/main" id="{E3ED5944-8CDC-805D-4874-FAEC12321B86}"/>
              </a:ext>
            </a:extLst>
          </p:cNvPr>
          <p:cNvGrpSpPr/>
          <p:nvPr userDrawn="1"/>
        </p:nvGrpSpPr>
        <p:grpSpPr>
          <a:xfrm>
            <a:off x="2556895" y="3303198"/>
            <a:ext cx="1573074" cy="1157888"/>
            <a:chOff x="7489491" y="6623260"/>
            <a:chExt cx="3228975" cy="2321687"/>
          </a:xfrm>
        </p:grpSpPr>
        <p:sp>
          <p:nvSpPr>
            <p:cNvPr id="15" name="Bullet">
              <a:extLst>
                <a:ext uri="{FF2B5EF4-FFF2-40B4-BE49-F238E27FC236}">
                  <a16:creationId xmlns:a16="http://schemas.microsoft.com/office/drawing/2014/main" id="{98F64198-50C4-E518-C114-404CD9C9D3F8}"/>
                </a:ext>
              </a:extLst>
            </p:cNvPr>
            <p:cNvSpPr/>
            <p:nvPr userDrawn="1"/>
          </p:nvSpPr>
          <p:spPr>
            <a:xfrm>
              <a:off x="8727847" y="6623260"/>
              <a:ext cx="752265" cy="752265"/>
            </a:xfrm>
            <a:prstGeom prst="rect">
              <a:avLst/>
            </a:prstGeom>
            <a:solidFill>
              <a:srgbClr val="AB232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62"/>
            </a:p>
          </p:txBody>
        </p:sp>
        <p:sp>
          <p:nvSpPr>
            <p:cNvPr id="16" name="Content">
              <a:extLst>
                <a:ext uri="{FF2B5EF4-FFF2-40B4-BE49-F238E27FC236}">
                  <a16:creationId xmlns:a16="http://schemas.microsoft.com/office/drawing/2014/main" id="{2F553C20-EF29-3624-72FC-4B9AE032D370}"/>
                </a:ext>
              </a:extLst>
            </p:cNvPr>
            <p:cNvSpPr txBox="1"/>
            <p:nvPr userDrawn="1"/>
          </p:nvSpPr>
          <p:spPr>
            <a:xfrm>
              <a:off x="7489491" y="7738292"/>
              <a:ext cx="3228975" cy="12066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nb-NO" sz="1315"/>
                <a:t>Punkt</a:t>
              </a:r>
              <a:endParaRPr lang="en-US" sz="1315"/>
            </a:p>
          </p:txBody>
        </p:sp>
      </p:grpSp>
      <p:grpSp>
        <p:nvGrpSpPr>
          <p:cNvPr id="17" name="GroupUp" hidden="1">
            <a:extLst>
              <a:ext uri="{FF2B5EF4-FFF2-40B4-BE49-F238E27FC236}">
                <a16:creationId xmlns:a16="http://schemas.microsoft.com/office/drawing/2014/main" id="{19951389-9605-56DE-288B-08D893553B59}"/>
              </a:ext>
            </a:extLst>
          </p:cNvPr>
          <p:cNvGrpSpPr/>
          <p:nvPr userDrawn="1"/>
        </p:nvGrpSpPr>
        <p:grpSpPr>
          <a:xfrm>
            <a:off x="1250098" y="2531431"/>
            <a:ext cx="1573074" cy="1146942"/>
            <a:chOff x="2566017" y="5075785"/>
            <a:chExt cx="3228975" cy="2299740"/>
          </a:xfrm>
        </p:grpSpPr>
        <p:sp>
          <p:nvSpPr>
            <p:cNvPr id="18" name="Bullet">
              <a:extLst>
                <a:ext uri="{FF2B5EF4-FFF2-40B4-BE49-F238E27FC236}">
                  <a16:creationId xmlns:a16="http://schemas.microsoft.com/office/drawing/2014/main" id="{640C05B1-7C77-96FC-B9A6-A15F2B300CD8}"/>
                </a:ext>
              </a:extLst>
            </p:cNvPr>
            <p:cNvSpPr/>
            <p:nvPr userDrawn="1"/>
          </p:nvSpPr>
          <p:spPr>
            <a:xfrm>
              <a:off x="3804373" y="6623260"/>
              <a:ext cx="752265" cy="752265"/>
            </a:xfrm>
            <a:prstGeom prst="rect">
              <a:avLst/>
            </a:prstGeom>
            <a:solidFill>
              <a:srgbClr val="AB232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62"/>
            </a:p>
          </p:txBody>
        </p:sp>
        <p:sp>
          <p:nvSpPr>
            <p:cNvPr id="19" name="Content">
              <a:extLst>
                <a:ext uri="{FF2B5EF4-FFF2-40B4-BE49-F238E27FC236}">
                  <a16:creationId xmlns:a16="http://schemas.microsoft.com/office/drawing/2014/main" id="{0542A959-6DF7-AF4E-7BEB-E4A889FACFB1}"/>
                </a:ext>
              </a:extLst>
            </p:cNvPr>
            <p:cNvSpPr txBox="1"/>
            <p:nvPr userDrawn="1"/>
          </p:nvSpPr>
          <p:spPr>
            <a:xfrm>
              <a:off x="2566017" y="5075785"/>
              <a:ext cx="3228975" cy="1206655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nb-NO" sz="1315"/>
                <a:t>Punkt</a:t>
              </a:r>
              <a:endParaRPr lang="en-US" sz="1315"/>
            </a:p>
          </p:txBody>
        </p:sp>
      </p:grpSp>
      <p:grpSp>
        <p:nvGrpSpPr>
          <p:cNvPr id="20" name="Point" hidden="1">
            <a:extLst>
              <a:ext uri="{FF2B5EF4-FFF2-40B4-BE49-F238E27FC236}">
                <a16:creationId xmlns:a16="http://schemas.microsoft.com/office/drawing/2014/main" id="{09480027-4921-6CCB-07F9-B6E6A15802BA}"/>
              </a:ext>
            </a:extLst>
          </p:cNvPr>
          <p:cNvGrpSpPr/>
          <p:nvPr userDrawn="1"/>
        </p:nvGrpSpPr>
        <p:grpSpPr>
          <a:xfrm>
            <a:off x="6122975" y="3303198"/>
            <a:ext cx="366484" cy="375175"/>
            <a:chOff x="13651320" y="6623260"/>
            <a:chExt cx="752265" cy="752265"/>
          </a:xfrm>
        </p:grpSpPr>
        <p:sp>
          <p:nvSpPr>
            <p:cNvPr id="21" name="Bullet">
              <a:extLst>
                <a:ext uri="{FF2B5EF4-FFF2-40B4-BE49-F238E27FC236}">
                  <a16:creationId xmlns:a16="http://schemas.microsoft.com/office/drawing/2014/main" id="{06E34448-3729-751A-880B-4494D86106C4}"/>
                </a:ext>
              </a:extLst>
            </p:cNvPr>
            <p:cNvSpPr/>
            <p:nvPr userDrawn="1"/>
          </p:nvSpPr>
          <p:spPr>
            <a:xfrm>
              <a:off x="13651320" y="6623260"/>
              <a:ext cx="752265" cy="752265"/>
            </a:xfrm>
            <a:prstGeom prst="rect">
              <a:avLst/>
            </a:prstGeom>
            <a:solidFill>
              <a:srgbClr val="AB232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62"/>
            </a:p>
          </p:txBody>
        </p:sp>
        <p:sp>
          <p:nvSpPr>
            <p:cNvPr id="22" name="Bullet">
              <a:extLst>
                <a:ext uri="{FF2B5EF4-FFF2-40B4-BE49-F238E27FC236}">
                  <a16:creationId xmlns:a16="http://schemas.microsoft.com/office/drawing/2014/main" id="{088D0B2B-1AA6-572A-BFF2-D4920E72B63D}"/>
                </a:ext>
              </a:extLst>
            </p:cNvPr>
            <p:cNvSpPr/>
            <p:nvPr userDrawn="1"/>
          </p:nvSpPr>
          <p:spPr>
            <a:xfrm>
              <a:off x="13651320" y="6623260"/>
              <a:ext cx="752265" cy="752265"/>
            </a:xfrm>
            <a:prstGeom prst="rect">
              <a:avLst/>
            </a:prstGeom>
            <a:solidFill>
              <a:srgbClr val="AB232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62"/>
            </a:p>
          </p:txBody>
        </p:sp>
      </p:grpSp>
      <p:sp>
        <p:nvSpPr>
          <p:cNvPr id="23" name="Content" hidden="1">
            <a:extLst>
              <a:ext uri="{FF2B5EF4-FFF2-40B4-BE49-F238E27FC236}">
                <a16:creationId xmlns:a16="http://schemas.microsoft.com/office/drawing/2014/main" id="{49AAD04E-57BC-BFA4-58F2-0C46B44BE7C1}"/>
              </a:ext>
            </a:extLst>
          </p:cNvPr>
          <p:cNvSpPr txBox="1"/>
          <p:nvPr userDrawn="1"/>
        </p:nvSpPr>
        <p:spPr>
          <a:xfrm>
            <a:off x="5519680" y="2531431"/>
            <a:ext cx="1573074" cy="6017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nb-NO" sz="1315"/>
              <a:t>Punkt</a:t>
            </a:r>
            <a:endParaRPr lang="en-US" sz="1315"/>
          </a:p>
        </p:txBody>
      </p:sp>
      <p:sp>
        <p:nvSpPr>
          <p:cNvPr id="24" name="gapLine" hidden="1">
            <a:extLst>
              <a:ext uri="{FF2B5EF4-FFF2-40B4-BE49-F238E27FC236}">
                <a16:creationId xmlns:a16="http://schemas.microsoft.com/office/drawing/2014/main" id="{1300E800-9F5B-1657-7FC2-44ADAA30CA73}"/>
              </a:ext>
            </a:extLst>
          </p:cNvPr>
          <p:cNvSpPr/>
          <p:nvPr userDrawn="1"/>
        </p:nvSpPr>
        <p:spPr>
          <a:xfrm>
            <a:off x="1667429" y="3411719"/>
            <a:ext cx="8419428" cy="144411"/>
          </a:xfrm>
          <a:prstGeom prst="rect">
            <a:avLst/>
          </a:prstGeom>
          <a:solidFill>
            <a:srgbClr val="EAC8C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2"/>
          </a:p>
        </p:txBody>
      </p:sp>
    </p:spTree>
    <p:extLst>
      <p:ext uri="{BB962C8B-B14F-4D97-AF65-F5344CB8AC3E}">
        <p14:creationId xmlns:p14="http://schemas.microsoft.com/office/powerpoint/2010/main" val="1448830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dslinje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457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Timeline</a:t>
            </a:r>
            <a:endParaRPr lang="nb-NO" dirty="0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89507041-D82E-54BB-1B5E-AF418ABB6CB5}"/>
              </a:ext>
            </a:extLst>
          </p:cNvPr>
          <p:cNvSpPr>
            <a:spLocks noChangeAspect="1"/>
          </p:cNvSpPr>
          <p:nvPr userDrawn="1"/>
        </p:nvSpPr>
        <p:spPr>
          <a:xfrm>
            <a:off x="9644477" y="2703184"/>
            <a:ext cx="869577" cy="1586182"/>
          </a:xfrm>
          <a:custGeom>
            <a:avLst/>
            <a:gdLst>
              <a:gd name="connsiteX0" fmla="*/ 0 w 1784940"/>
              <a:gd name="connsiteY0" fmla="*/ 0 h 3180462"/>
              <a:gd name="connsiteX1" fmla="*/ 194708 w 1784940"/>
              <a:gd name="connsiteY1" fmla="*/ 0 h 3180462"/>
              <a:gd name="connsiteX2" fmla="*/ 1784940 w 1784940"/>
              <a:gd name="connsiteY2" fmla="*/ 1590231 h 3180462"/>
              <a:gd name="connsiteX3" fmla="*/ 194708 w 1784940"/>
              <a:gd name="connsiteY3" fmla="*/ 3180462 h 3180462"/>
              <a:gd name="connsiteX4" fmla="*/ 0 w 1784940"/>
              <a:gd name="connsiteY4" fmla="*/ 3180462 h 318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4940" h="3180462">
                <a:moveTo>
                  <a:pt x="0" y="0"/>
                </a:moveTo>
                <a:lnTo>
                  <a:pt x="194708" y="0"/>
                </a:lnTo>
                <a:lnTo>
                  <a:pt x="1784940" y="1590231"/>
                </a:lnTo>
                <a:lnTo>
                  <a:pt x="194708" y="3180462"/>
                </a:lnTo>
                <a:lnTo>
                  <a:pt x="0" y="3180462"/>
                </a:lnTo>
                <a:close/>
              </a:path>
            </a:pathLst>
          </a:custGeom>
          <a:solidFill>
            <a:srgbClr val="EAC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sz="862" dirty="0"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AE74FB07-1F2A-2A5E-8EC7-9ACD3F508740}"/>
              </a:ext>
            </a:extLst>
          </p:cNvPr>
          <p:cNvSpPr>
            <a:spLocks noChangeAspect="1"/>
          </p:cNvSpPr>
          <p:nvPr userDrawn="1"/>
        </p:nvSpPr>
        <p:spPr>
          <a:xfrm>
            <a:off x="1253842" y="2703184"/>
            <a:ext cx="8431470" cy="1586182"/>
          </a:xfrm>
          <a:custGeom>
            <a:avLst/>
            <a:gdLst>
              <a:gd name="connsiteX0" fmla="*/ 0 w 17223058"/>
              <a:gd name="connsiteY0" fmla="*/ 0 h 3180462"/>
              <a:gd name="connsiteX1" fmla="*/ 17223058 w 17223058"/>
              <a:gd name="connsiteY1" fmla="*/ 0 h 3180462"/>
              <a:gd name="connsiteX2" fmla="*/ 17223058 w 17223058"/>
              <a:gd name="connsiteY2" fmla="*/ 3180462 h 3180462"/>
              <a:gd name="connsiteX3" fmla="*/ 0 w 17223058"/>
              <a:gd name="connsiteY3" fmla="*/ 3180462 h 318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23058" h="3180462">
                <a:moveTo>
                  <a:pt x="0" y="0"/>
                </a:moveTo>
                <a:lnTo>
                  <a:pt x="17223058" y="0"/>
                </a:lnTo>
                <a:lnTo>
                  <a:pt x="17223058" y="3180462"/>
                </a:lnTo>
                <a:lnTo>
                  <a:pt x="0" y="3180462"/>
                </a:lnTo>
                <a:close/>
              </a:path>
            </a:pathLst>
          </a:custGeom>
          <a:solidFill>
            <a:srgbClr val="EAC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sz="862" dirty="0"/>
          </a:p>
        </p:txBody>
      </p:sp>
      <p:grpSp>
        <p:nvGrpSpPr>
          <p:cNvPr id="9" name="GroupUp" hidden="1">
            <a:extLst>
              <a:ext uri="{FF2B5EF4-FFF2-40B4-BE49-F238E27FC236}">
                <a16:creationId xmlns:a16="http://schemas.microsoft.com/office/drawing/2014/main" id="{1C5B5455-B767-93F7-96FE-B5221E0023DD}"/>
              </a:ext>
            </a:extLst>
          </p:cNvPr>
          <p:cNvGrpSpPr/>
          <p:nvPr userDrawn="1"/>
        </p:nvGrpSpPr>
        <p:grpSpPr>
          <a:xfrm>
            <a:off x="1376555" y="2842486"/>
            <a:ext cx="1604389" cy="2187718"/>
            <a:chOff x="2825588" y="5699484"/>
            <a:chExt cx="3293254" cy="4386606"/>
          </a:xfrm>
        </p:grpSpPr>
        <p:sp>
          <p:nvSpPr>
            <p:cNvPr id="12" name="Bullet">
              <a:extLst>
                <a:ext uri="{FF2B5EF4-FFF2-40B4-BE49-F238E27FC236}">
                  <a16:creationId xmlns:a16="http://schemas.microsoft.com/office/drawing/2014/main" id="{D7E54B65-A86E-F829-0F9D-DE2134909A37}"/>
                </a:ext>
              </a:extLst>
            </p:cNvPr>
            <p:cNvSpPr txBox="1"/>
            <p:nvPr userDrawn="1"/>
          </p:nvSpPr>
          <p:spPr>
            <a:xfrm>
              <a:off x="2825588" y="5699484"/>
              <a:ext cx="2790000" cy="2552400"/>
            </a:xfrm>
            <a:prstGeom prst="rect">
              <a:avLst/>
            </a:prstGeom>
            <a:solidFill>
              <a:srgbClr val="AB2325"/>
            </a:solidFill>
          </p:spPr>
          <p:txBody>
            <a:bodyPr wrap="square" lIns="54000" tIns="54000" rIns="54000" bIns="54000" rtlCol="0" anchor="ctr">
              <a:noAutofit/>
            </a:bodyPr>
            <a:lstStyle/>
            <a:p>
              <a:pPr algn="ctr"/>
              <a:r>
                <a:rPr lang="nb-NO" sz="1315">
                  <a:solidFill>
                    <a:schemeClr val="bg1"/>
                  </a:solidFill>
                </a:rPr>
                <a:t>Tekst</a:t>
              </a:r>
              <a:endParaRPr lang="en-US" sz="1315">
                <a:solidFill>
                  <a:schemeClr val="bg1"/>
                </a:solidFill>
              </a:endParaRPr>
            </a:p>
          </p:txBody>
        </p:sp>
        <p:sp>
          <p:nvSpPr>
            <p:cNvPr id="14" name="Content">
              <a:extLst>
                <a:ext uri="{FF2B5EF4-FFF2-40B4-BE49-F238E27FC236}">
                  <a16:creationId xmlns:a16="http://schemas.microsoft.com/office/drawing/2014/main" id="{606C19AC-5C51-EBDA-58E5-6887C460E93B}"/>
                </a:ext>
              </a:extLst>
            </p:cNvPr>
            <p:cNvSpPr txBox="1"/>
            <p:nvPr userDrawn="1"/>
          </p:nvSpPr>
          <p:spPr>
            <a:xfrm>
              <a:off x="2889867" y="8879435"/>
              <a:ext cx="3228975" cy="12066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nb-NO" sz="1315"/>
                <a:t>Punkt</a:t>
              </a:r>
              <a:endParaRPr lang="en-US" sz="1315"/>
            </a:p>
          </p:txBody>
        </p:sp>
      </p:grpSp>
      <p:grpSp>
        <p:nvGrpSpPr>
          <p:cNvPr id="15" name="GroupDown" hidden="1">
            <a:extLst>
              <a:ext uri="{FF2B5EF4-FFF2-40B4-BE49-F238E27FC236}">
                <a16:creationId xmlns:a16="http://schemas.microsoft.com/office/drawing/2014/main" id="{9217AE85-6C9B-38AA-B050-EF00F5CE05A6}"/>
              </a:ext>
            </a:extLst>
          </p:cNvPr>
          <p:cNvGrpSpPr/>
          <p:nvPr userDrawn="1"/>
        </p:nvGrpSpPr>
        <p:grpSpPr>
          <a:xfrm>
            <a:off x="2658803" y="2842486"/>
            <a:ext cx="1604389" cy="2187718"/>
            <a:chOff x="2825588" y="5699484"/>
            <a:chExt cx="3293254" cy="4386606"/>
          </a:xfrm>
        </p:grpSpPr>
        <p:sp>
          <p:nvSpPr>
            <p:cNvPr id="16" name="Bullet">
              <a:extLst>
                <a:ext uri="{FF2B5EF4-FFF2-40B4-BE49-F238E27FC236}">
                  <a16:creationId xmlns:a16="http://schemas.microsoft.com/office/drawing/2014/main" id="{DC842FCE-2034-5DB0-7421-807CD1D20090}"/>
                </a:ext>
              </a:extLst>
            </p:cNvPr>
            <p:cNvSpPr txBox="1"/>
            <p:nvPr userDrawn="1"/>
          </p:nvSpPr>
          <p:spPr>
            <a:xfrm>
              <a:off x="2825588" y="5699484"/>
              <a:ext cx="2790000" cy="2552400"/>
            </a:xfrm>
            <a:prstGeom prst="rect">
              <a:avLst/>
            </a:prstGeom>
            <a:solidFill>
              <a:srgbClr val="AB2325"/>
            </a:solidFill>
          </p:spPr>
          <p:txBody>
            <a:bodyPr wrap="square" lIns="54000" tIns="54000" rIns="54000" bIns="54000" rtlCol="0" anchor="ctr">
              <a:noAutofit/>
            </a:bodyPr>
            <a:lstStyle/>
            <a:p>
              <a:pPr algn="ctr"/>
              <a:r>
                <a:rPr lang="nb-NO" sz="1315">
                  <a:solidFill>
                    <a:schemeClr val="bg1"/>
                  </a:solidFill>
                </a:rPr>
                <a:t>Tekst</a:t>
              </a:r>
              <a:endParaRPr lang="en-US" sz="1315">
                <a:solidFill>
                  <a:schemeClr val="bg1"/>
                </a:solidFill>
              </a:endParaRPr>
            </a:p>
          </p:txBody>
        </p:sp>
        <p:sp>
          <p:nvSpPr>
            <p:cNvPr id="18" name="Content">
              <a:extLst>
                <a:ext uri="{FF2B5EF4-FFF2-40B4-BE49-F238E27FC236}">
                  <a16:creationId xmlns:a16="http://schemas.microsoft.com/office/drawing/2014/main" id="{3699C6F7-8C39-368D-58DE-04CA178F38FE}"/>
                </a:ext>
              </a:extLst>
            </p:cNvPr>
            <p:cNvSpPr txBox="1"/>
            <p:nvPr userDrawn="1"/>
          </p:nvSpPr>
          <p:spPr>
            <a:xfrm>
              <a:off x="2889867" y="8879435"/>
              <a:ext cx="3228975" cy="12066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nb-NO" sz="1315"/>
                <a:t>Punkt</a:t>
              </a:r>
              <a:endParaRPr lang="en-US" sz="1315"/>
            </a:p>
          </p:txBody>
        </p:sp>
      </p:grpSp>
      <p:grpSp>
        <p:nvGrpSpPr>
          <p:cNvPr id="22" name="Point" hidden="1">
            <a:extLst>
              <a:ext uri="{FF2B5EF4-FFF2-40B4-BE49-F238E27FC236}">
                <a16:creationId xmlns:a16="http://schemas.microsoft.com/office/drawing/2014/main" id="{389F50A4-77A4-7CA0-883B-2F9B4A72AEE6}"/>
              </a:ext>
            </a:extLst>
          </p:cNvPr>
          <p:cNvGrpSpPr/>
          <p:nvPr userDrawn="1"/>
        </p:nvGrpSpPr>
        <p:grpSpPr>
          <a:xfrm>
            <a:off x="5570066" y="2842486"/>
            <a:ext cx="1359217" cy="1272951"/>
            <a:chOff x="11433411" y="5699484"/>
            <a:chExt cx="2790000" cy="2552400"/>
          </a:xfrm>
        </p:grpSpPr>
        <p:sp>
          <p:nvSpPr>
            <p:cNvPr id="23" name="Bullet">
              <a:extLst>
                <a:ext uri="{FF2B5EF4-FFF2-40B4-BE49-F238E27FC236}">
                  <a16:creationId xmlns:a16="http://schemas.microsoft.com/office/drawing/2014/main" id="{D846AADD-2B38-2C36-7F6E-34196C39565D}"/>
                </a:ext>
              </a:extLst>
            </p:cNvPr>
            <p:cNvSpPr txBox="1"/>
            <p:nvPr userDrawn="1"/>
          </p:nvSpPr>
          <p:spPr>
            <a:xfrm>
              <a:off x="11433411" y="5699484"/>
              <a:ext cx="2790000" cy="2552400"/>
            </a:xfrm>
            <a:prstGeom prst="rect">
              <a:avLst/>
            </a:prstGeom>
            <a:solidFill>
              <a:srgbClr val="AB2325"/>
            </a:solidFill>
          </p:spPr>
          <p:txBody>
            <a:bodyPr wrap="square" lIns="54000" tIns="54000" rIns="54000" bIns="54000" rtlCol="0" anchor="ctr">
              <a:noAutofit/>
            </a:bodyPr>
            <a:lstStyle/>
            <a:p>
              <a:pPr algn="ctr"/>
              <a:r>
                <a:rPr lang="nb-NO" sz="1315">
                  <a:solidFill>
                    <a:schemeClr val="bg1"/>
                  </a:solidFill>
                </a:rPr>
                <a:t>Tekst</a:t>
              </a:r>
              <a:endParaRPr lang="en-US" sz="1315">
                <a:solidFill>
                  <a:schemeClr val="bg1"/>
                </a:solidFill>
              </a:endParaRPr>
            </a:p>
          </p:txBody>
        </p:sp>
        <p:sp>
          <p:nvSpPr>
            <p:cNvPr id="24" name="Bullet">
              <a:extLst>
                <a:ext uri="{FF2B5EF4-FFF2-40B4-BE49-F238E27FC236}">
                  <a16:creationId xmlns:a16="http://schemas.microsoft.com/office/drawing/2014/main" id="{61490D66-06EC-8A49-BC0A-C4DA1C91FE14}"/>
                </a:ext>
              </a:extLst>
            </p:cNvPr>
            <p:cNvSpPr txBox="1"/>
            <p:nvPr userDrawn="1"/>
          </p:nvSpPr>
          <p:spPr>
            <a:xfrm>
              <a:off x="11433411" y="5699484"/>
              <a:ext cx="2790000" cy="2552400"/>
            </a:xfrm>
            <a:prstGeom prst="rect">
              <a:avLst/>
            </a:prstGeom>
            <a:solidFill>
              <a:srgbClr val="AB2325"/>
            </a:solidFill>
          </p:spPr>
          <p:txBody>
            <a:bodyPr wrap="square" lIns="54000" tIns="54000" rIns="54000" bIns="54000" rtlCol="0" anchor="ctr">
              <a:noAutofit/>
            </a:bodyPr>
            <a:lstStyle/>
            <a:p>
              <a:pPr algn="ctr"/>
              <a:r>
                <a:rPr lang="nb-NO" sz="1315">
                  <a:solidFill>
                    <a:schemeClr val="bg1"/>
                  </a:solidFill>
                </a:rPr>
                <a:t>Tekst</a:t>
              </a:r>
              <a:endParaRPr lang="en-US" sz="1315">
                <a:solidFill>
                  <a:schemeClr val="bg1"/>
                </a:solidFill>
              </a:endParaRPr>
            </a:p>
          </p:txBody>
        </p:sp>
      </p:grpSp>
      <p:sp>
        <p:nvSpPr>
          <p:cNvPr id="25" name="Content" hidden="1">
            <a:extLst>
              <a:ext uri="{FF2B5EF4-FFF2-40B4-BE49-F238E27FC236}">
                <a16:creationId xmlns:a16="http://schemas.microsoft.com/office/drawing/2014/main" id="{F1104D6C-5346-A835-B921-EE4AD546E3AC}"/>
              </a:ext>
            </a:extLst>
          </p:cNvPr>
          <p:cNvSpPr txBox="1"/>
          <p:nvPr userDrawn="1"/>
        </p:nvSpPr>
        <p:spPr>
          <a:xfrm>
            <a:off x="5601192" y="4428413"/>
            <a:ext cx="1573074" cy="601791"/>
          </a:xfrm>
          <a:prstGeom prst="rect">
            <a:avLst/>
          </a:prstGeom>
          <a:noFill/>
        </p:spPr>
        <p:txBody>
          <a:bodyPr wrap="square" lIns="105230" tIns="0" rIns="0" bIns="0" rtlCol="0" anchor="t">
            <a:noAutofit/>
          </a:bodyPr>
          <a:lstStyle/>
          <a:p>
            <a:pPr algn="l"/>
            <a:r>
              <a:rPr lang="nb-NO" sz="1315"/>
              <a:t>Punkt</a:t>
            </a:r>
            <a:endParaRPr lang="en-US" sz="1315"/>
          </a:p>
        </p:txBody>
      </p:sp>
      <p:sp>
        <p:nvSpPr>
          <p:cNvPr id="7" name="gapLine">
            <a:extLst>
              <a:ext uri="{FF2B5EF4-FFF2-40B4-BE49-F238E27FC236}">
                <a16:creationId xmlns:a16="http://schemas.microsoft.com/office/drawing/2014/main" id="{C2C72D9D-FD1C-1482-307B-46940FAC60D8}"/>
              </a:ext>
            </a:extLst>
          </p:cNvPr>
          <p:cNvSpPr/>
          <p:nvPr userDrawn="1"/>
        </p:nvSpPr>
        <p:spPr>
          <a:xfrm>
            <a:off x="1496045" y="3411719"/>
            <a:ext cx="8523990" cy="144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2"/>
          </a:p>
        </p:txBody>
      </p:sp>
    </p:spTree>
    <p:extLst>
      <p:ext uri="{BB962C8B-B14F-4D97-AF65-F5344CB8AC3E}">
        <p14:creationId xmlns:p14="http://schemas.microsoft.com/office/powerpoint/2010/main" val="425473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On safe ground">
    <p:bg>
      <p:bgPr>
        <a:solidFill>
          <a:srgbClr val="80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88402B-D406-AAA5-59C5-18DD4973822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1879263" cy="6840538"/>
          </a:xfrm>
          <a:custGeom>
            <a:avLst/>
            <a:gdLst>
              <a:gd name="connsiteX0" fmla="*/ 7626697 w 24384000"/>
              <a:gd name="connsiteY0" fmla="*/ 2894008 h 13716000"/>
              <a:gd name="connsiteX1" fmla="*/ 7626697 w 24384000"/>
              <a:gd name="connsiteY1" fmla="*/ 9775039 h 13716000"/>
              <a:gd name="connsiteX2" fmla="*/ 16755872 w 24384000"/>
              <a:gd name="connsiteY2" fmla="*/ 9775039 h 13716000"/>
              <a:gd name="connsiteX3" fmla="*/ 16755872 w 24384000"/>
              <a:gd name="connsiteY3" fmla="*/ 2894008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7626697" y="2894008"/>
                </a:moveTo>
                <a:lnTo>
                  <a:pt x="7626697" y="9775039"/>
                </a:lnTo>
                <a:lnTo>
                  <a:pt x="16755872" y="9775039"/>
                </a:lnTo>
                <a:lnTo>
                  <a:pt x="16755872" y="2894008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 lIns="0" tIns="180000" rIns="360000">
            <a:noAutofit/>
          </a:bodyPr>
          <a:lstStyle>
            <a:lvl1pPr marL="0" indent="0" algn="r">
              <a:buNone/>
              <a:defRPr sz="1754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background</a:t>
            </a:r>
            <a:r>
              <a:rPr lang="nb-NO" dirty="0"/>
              <a:t> </a:t>
            </a:r>
            <a:r>
              <a:rPr lang="nb-NO" dirty="0" err="1"/>
              <a:t>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05CEC-16F7-CEB5-3742-DFED942AF045}"/>
              </a:ext>
            </a:extLst>
          </p:cNvPr>
          <p:cNvSpPr/>
          <p:nvPr userDrawn="1"/>
        </p:nvSpPr>
        <p:spPr>
          <a:xfrm>
            <a:off x="3691771" y="1441400"/>
            <a:ext cx="4478588" cy="3460987"/>
          </a:xfrm>
          <a:prstGeom prst="rect">
            <a:avLst/>
          </a:prstGeom>
          <a:solidFill>
            <a:srgbClr val="801A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62"/>
          </a:p>
        </p:txBody>
      </p:sp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3FF5CB1E-7F9F-0E0C-4298-8841A8B610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57" y="2348275"/>
            <a:ext cx="2641015" cy="1260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A26B30-BE3A-86CC-B12D-A79EA0FBA29C}"/>
              </a:ext>
            </a:extLst>
          </p:cNvPr>
          <p:cNvSpPr txBox="1"/>
          <p:nvPr userDrawn="1"/>
        </p:nvSpPr>
        <p:spPr>
          <a:xfrm>
            <a:off x="4147456" y="3774825"/>
            <a:ext cx="3575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spc="29" baseline="0" dirty="0">
                <a:solidFill>
                  <a:schemeClr val="bg1"/>
                </a:solidFill>
              </a:rPr>
              <a:t>For a Sustainable Future On Safe Ground</a:t>
            </a:r>
          </a:p>
        </p:txBody>
      </p:sp>
    </p:spTree>
    <p:extLst>
      <p:ext uri="{BB962C8B-B14F-4D97-AF65-F5344CB8AC3E}">
        <p14:creationId xmlns:p14="http://schemas.microsoft.com/office/powerpoint/2010/main" val="3801219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t_På sikker grunn">
    <p:bg>
      <p:bgPr>
        <a:solidFill>
          <a:srgbClr val="80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88402B-D406-AAA5-59C5-18DD4973822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1879263" cy="6840538"/>
          </a:xfrm>
          <a:custGeom>
            <a:avLst/>
            <a:gdLst>
              <a:gd name="connsiteX0" fmla="*/ 7626697 w 24384000"/>
              <a:gd name="connsiteY0" fmla="*/ 2894008 h 13716000"/>
              <a:gd name="connsiteX1" fmla="*/ 7626697 w 24384000"/>
              <a:gd name="connsiteY1" fmla="*/ 9775039 h 13716000"/>
              <a:gd name="connsiteX2" fmla="*/ 16755872 w 24384000"/>
              <a:gd name="connsiteY2" fmla="*/ 9775039 h 13716000"/>
              <a:gd name="connsiteX3" fmla="*/ 16755872 w 24384000"/>
              <a:gd name="connsiteY3" fmla="*/ 2894008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7626697" y="2894008"/>
                </a:moveTo>
                <a:lnTo>
                  <a:pt x="7626697" y="9775039"/>
                </a:lnTo>
                <a:lnTo>
                  <a:pt x="16755872" y="9775039"/>
                </a:lnTo>
                <a:lnTo>
                  <a:pt x="16755872" y="2894008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 lIns="0" tIns="180000" rIns="360000">
            <a:noAutofit/>
          </a:bodyPr>
          <a:lstStyle>
            <a:lvl1pPr marL="0" indent="0" algn="r">
              <a:buNone/>
              <a:defRPr sz="1754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Valgfritt bakgrunnsbilde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05CEC-16F7-CEB5-3742-DFED942AF045}"/>
              </a:ext>
            </a:extLst>
          </p:cNvPr>
          <p:cNvSpPr/>
          <p:nvPr userDrawn="1"/>
        </p:nvSpPr>
        <p:spPr>
          <a:xfrm>
            <a:off x="3691771" y="1441400"/>
            <a:ext cx="4478588" cy="3460987"/>
          </a:xfrm>
          <a:prstGeom prst="rect">
            <a:avLst/>
          </a:prstGeom>
          <a:solidFill>
            <a:srgbClr val="801A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62"/>
          </a:p>
        </p:txBody>
      </p:sp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3FF5CB1E-7F9F-0E0C-4298-8841A8B610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57" y="2348275"/>
            <a:ext cx="2641015" cy="12606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499206-AF99-EC21-7A41-8CE482B6A82D}"/>
              </a:ext>
            </a:extLst>
          </p:cNvPr>
          <p:cNvSpPr txBox="1"/>
          <p:nvPr userDrawn="1"/>
        </p:nvSpPr>
        <p:spPr>
          <a:xfrm>
            <a:off x="4164746" y="3774825"/>
            <a:ext cx="3534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spc="29" baseline="0" dirty="0">
                <a:solidFill>
                  <a:schemeClr val="bg1"/>
                </a:solidFill>
              </a:rPr>
              <a:t>For </a:t>
            </a:r>
            <a:r>
              <a:rPr lang="en-GB" sz="2400" spc="29" baseline="0" dirty="0" err="1">
                <a:solidFill>
                  <a:schemeClr val="bg1"/>
                </a:solidFill>
              </a:rPr>
              <a:t>en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bærekraftig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framtid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på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sikker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grunn</a:t>
            </a:r>
            <a:endParaRPr lang="en-GB" sz="2400" spc="29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55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127248-635E-9D12-BC97-A5D7CD46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72000" tIns="0" rIns="0" bIns="0" rtlCol="0" anchor="ctr">
            <a:noAutofit/>
          </a:bodyPr>
          <a:lstStyle/>
          <a:p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68077-663B-D00C-136C-D57C039EB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700" y="1860885"/>
            <a:ext cx="10245864" cy="4340259"/>
          </a:xfrm>
          <a:prstGeom prst="rect">
            <a:avLst/>
          </a:prstGeom>
        </p:spPr>
        <p:txBody>
          <a:bodyPr vert="horz" lIns="72000" tIns="7200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044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5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4" r:id="rId13"/>
    <p:sldLayoutId id="2147483663" r:id="rId14"/>
    <p:sldLayoutId id="2147483666" r:id="rId15"/>
    <p:sldLayoutId id="2147483662" r:id="rId16"/>
  </p:sldLayoutIdLst>
  <p:hf hdr="0" ftr="0"/>
  <p:txStyles>
    <p:titleStyle>
      <a:lvl1pPr algn="l" defTabSz="891046" rtl="0" eaLnBrk="1" latinLnBrk="0" hangingPunct="1">
        <a:lnSpc>
          <a:spcPct val="10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444" indent="-189444" algn="l" defTabSz="891046" rtl="0" eaLnBrk="1" latinLnBrk="0" hangingPunct="1">
        <a:lnSpc>
          <a:spcPct val="100000"/>
        </a:lnSpc>
        <a:spcBef>
          <a:spcPts val="48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5185" indent="-189444" algn="l" defTabSz="891046" rtl="0" eaLnBrk="1" latinLnBrk="0" hangingPunct="1">
        <a:lnSpc>
          <a:spcPct val="100000"/>
        </a:lnSpc>
        <a:spcBef>
          <a:spcPts val="487"/>
        </a:spcBef>
        <a:buFont typeface="Aptos Display" panose="020B00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84074" indent="-189444" algn="l" defTabSz="891046" rtl="0" eaLnBrk="1" latinLnBrk="0" hangingPunct="1">
        <a:lnSpc>
          <a:spcPct val="100000"/>
        </a:lnSpc>
        <a:spcBef>
          <a:spcPts val="487"/>
        </a:spcBef>
        <a:buFont typeface="Aptos Display" panose="020B00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815" indent="-189444" algn="l" defTabSz="891046" rtl="0" eaLnBrk="1" latinLnBrk="0" hangingPunct="1">
        <a:lnSpc>
          <a:spcPct val="100000"/>
        </a:lnSpc>
        <a:spcBef>
          <a:spcPts val="487"/>
        </a:spcBef>
        <a:buFont typeface="Aptos Display" panose="020B00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78703" indent="-189444" algn="l" defTabSz="891046" rtl="0" eaLnBrk="1" latinLnBrk="0" hangingPunct="1">
        <a:lnSpc>
          <a:spcPct val="100000"/>
        </a:lnSpc>
        <a:spcBef>
          <a:spcPts val="487"/>
        </a:spcBef>
        <a:buFont typeface="Aptos Display" panose="020B00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50376" indent="-222761" algn="l" defTabSz="89104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899" indent="-222761" algn="l" defTabSz="89104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1422" indent="-222761" algn="l" defTabSz="89104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944" indent="-222761" algn="l" defTabSz="89104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522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1046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568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2092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614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3138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660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4183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5" userDrawn="1">
          <p15:clr>
            <a:srgbClr val="F26B43"/>
          </p15:clr>
        </p15:guide>
        <p15:guide id="2" pos="37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8E9F128-5F4E-0692-5244-5F93B49230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4862F9-72B8-D90F-9505-406214BAE8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02F998A-E512-85D0-9422-5E8F5CF358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03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B5F0869-748B-E131-7CBC-1E34DD3C20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FBAEF7-A400-9032-48A7-173B7D94A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A8D4B4E-FDB0-DE62-6D20-266406D24C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84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41AF9C-7EB2-4D08-CCD8-B7DAD7EF2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4E505-1E00-241E-13A5-4A8CB6758D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A5D0D-1FB3-DCCC-DB02-5E4377966D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20E96-DFC9-1009-27E1-AB75B37B32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BF0D68-291D-5F40-0F3A-9EF378203B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899CEC-1E96-1B18-48E8-793397120A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D59090-6CC6-3698-1022-4848065A12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B73C8E-3935-CB24-0814-A2074D5E0A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5AAC480-4039-957D-4B5F-DBA36E3DFC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F7E595-A515-5FBB-3DB7-FD4ECD0460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FD8008D-1901-AB89-120E-9EA6BBEB69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30D2E66-FC47-E29F-C32B-30868EA9E0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2EF851F-7C1E-EA09-49FB-4F1A501FA40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FE278F7-B79D-C5A0-4BDA-908FBDC871B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1EE5A1-2B80-7632-1120-61E4EC8041E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83BB9838-1352-57A3-2EBE-BEAA55A75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292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EF693-860E-5950-0338-67065D676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D66C2-646D-E796-1E21-A5502AA648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754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66B2D83-B529-C727-C2B1-67BA6D81C0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119400"/>
      </p:ext>
    </p:extLst>
  </p:cSld>
  <p:clrMapOvr>
    <a:masterClrMapping/>
  </p:clrMapOvr>
</p:sld>
</file>

<file path=ppt/theme/theme1.xml><?xml version="1.0" encoding="utf-8"?>
<a:theme xmlns:a="http://schemas.openxmlformats.org/drawingml/2006/main" name="Agenda old">
  <a:themeElements>
    <a:clrScheme name="Justert april 2024">
      <a:dk1>
        <a:srgbClr val="060606"/>
      </a:dk1>
      <a:lt1>
        <a:srgbClr val="FFFFFF"/>
      </a:lt1>
      <a:dk2>
        <a:srgbClr val="AB2328"/>
      </a:dk2>
      <a:lt2>
        <a:srgbClr val="D49191"/>
      </a:lt2>
      <a:accent1>
        <a:srgbClr val="AB2325"/>
      </a:accent1>
      <a:accent2>
        <a:srgbClr val="00457C"/>
      </a:accent2>
      <a:accent3>
        <a:srgbClr val="115B14"/>
      </a:accent3>
      <a:accent4>
        <a:srgbClr val="8E3B16"/>
      </a:accent4>
      <a:accent5>
        <a:srgbClr val="F0B544"/>
      </a:accent5>
      <a:accent6>
        <a:srgbClr val="060606"/>
      </a:accent6>
      <a:hlink>
        <a:srgbClr val="40749C"/>
      </a:hlink>
      <a:folHlink>
        <a:srgbClr val="D49191"/>
      </a:folHlink>
    </a:clrScheme>
    <a:fontScheme name="Custom 10">
      <a:majorFont>
        <a:latin typeface="Aptos SemiBold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GI Mal Eng rev1.potx" id="{A8A3245F-21EB-4A5B-B9B0-5EF29A46B0DB}" vid="{42F45F9B-5EE8-42BA-A9B6-9B8F44E51F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266A4A9800C44580FDAD9B73FE58D8" ma:contentTypeVersion="10" ma:contentTypeDescription="Create a new document." ma:contentTypeScope="" ma:versionID="b2c7d0c45412358a25627135c3fb2dbb">
  <xsd:schema xmlns:xsd="http://www.w3.org/2001/XMLSchema" xmlns:xs="http://www.w3.org/2001/XMLSchema" xmlns:p="http://schemas.microsoft.com/office/2006/metadata/properties" xmlns:ns2="3e688bc5-a414-45a2-8d3b-cc02cdaf8f78" targetNamespace="http://schemas.microsoft.com/office/2006/metadata/properties" ma:root="true" ma:fieldsID="53e3e1856092a88898eafdb53063c9ca" ns2:_="">
    <xsd:import namespace="3e688bc5-a414-45a2-8d3b-cc02cdaf8f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Note" minOccurs="0"/>
                <xsd:element ref="ns2:MediaServiceSearchProperties" minOccurs="0"/>
                <xsd:element ref="ns2:MediaServiceObjectDetectorVersions" minOccurs="0"/>
                <xsd:element ref="ns2:Area" minOccurs="0"/>
                <xsd:element ref="ns2:Projectphase" minOccurs="0"/>
                <xsd:element ref="ns2:Documenttype" minOccurs="0"/>
                <xsd:element ref="ns2:Actionrequirement" minOccurs="0"/>
                <xsd:element ref="ns2:Template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688bc5-a414-45a2-8d3b-cc02cdaf8f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Note" ma:index="10" nillable="true" ma:displayName="Note" ma:format="Dropdown" ma:internalName="Note">
      <xsd:simpleType>
        <xsd:restriction base="dms:Note">
          <xsd:maxLength value="255"/>
        </xsd:restriction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rea" ma:index="13" nillable="true" ma:displayName="Affiliation" ma:format="Dropdown" ma:internalName="Area">
      <xsd:simpleType>
        <xsd:restriction base="dms:Choice">
          <xsd:enumeration value="Communication"/>
          <xsd:enumeration value="Digital services"/>
          <xsd:enumeration value="Facility"/>
          <xsd:enumeration value="Finance"/>
          <xsd:enumeration value="Laboratory"/>
          <xsd:enumeration value="People"/>
          <xsd:enumeration value="Procurement"/>
          <xsd:enumeration value="Project"/>
          <xsd:enumeration value="R&amp;D support and Knowledge management"/>
          <xsd:enumeration value="Sustainability"/>
        </xsd:restriction>
      </xsd:simpleType>
    </xsd:element>
    <xsd:element name="Projectphase" ma:index="14" nillable="true" ma:displayName="Project phase" ma:format="Dropdown" ma:internalName="Projectphase">
      <xsd:simpleType>
        <xsd:restriction base="dms:Choice">
          <xsd:enumeration value="Tender"/>
          <xsd:enumeration value="Contract"/>
          <xsd:enumeration value="Planning"/>
          <xsd:enumeration value="Execute &amp; control"/>
          <xsd:enumeration value="Closing"/>
        </xsd:restriction>
      </xsd:simpleType>
    </xsd:element>
    <xsd:element name="Documenttype" ma:index="15" nillable="true" ma:displayName="Document type" ma:format="Dropdown" ma:internalName="Documenttype">
      <xsd:simpleType>
        <xsd:restriction base="dms:Choice">
          <xsd:enumeration value="Procedure"/>
          <xsd:enumeration value="Policy"/>
          <xsd:enumeration value="Template"/>
          <xsd:enumeration value="Instruction"/>
          <xsd:enumeration value="Governance"/>
          <xsd:enumeration value="Management"/>
        </xsd:restriction>
      </xsd:simpleType>
    </xsd:element>
    <xsd:element name="Actionrequirement" ma:index="16" nillable="true" ma:displayName="Action requirement" ma:format="Dropdown" ma:internalName="Actionrequirement">
      <xsd:simpleType>
        <xsd:restriction base="dms:Choice">
          <xsd:enumeration value="Mandatory"/>
          <xsd:enumeration value="Voluntary"/>
          <xsd:enumeration value="Guiding"/>
        </xsd:restriction>
      </xsd:simpleType>
    </xsd:element>
    <xsd:element name="TemplateType" ma:index="17" nillable="true" ma:displayName="TemplateType" ma:format="Dropdown" ma:internalName="TemplateType">
      <xsd:simpleType>
        <xsd:restriction base="dms:Choice">
          <xsd:enumeration value="Report"/>
          <xsd:enumeration value="Choice 2"/>
          <xsd:enumeration value="Choice 3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 xmlns="3e688bc5-a414-45a2-8d3b-cc02cdaf8f78" xsi:nil="true"/>
    <Projectphase xmlns="3e688bc5-a414-45a2-8d3b-cc02cdaf8f78" xsi:nil="true"/>
    <Area xmlns="3e688bc5-a414-45a2-8d3b-cc02cdaf8f78" xsi:nil="true"/>
    <Documenttype xmlns="3e688bc5-a414-45a2-8d3b-cc02cdaf8f78" xsi:nil="true"/>
    <Actionrequirement xmlns="3e688bc5-a414-45a2-8d3b-cc02cdaf8f78" xsi:nil="true"/>
    <TemplateType xmlns="3e688bc5-a414-45a2-8d3b-cc02cdaf8f78" xsi:nil="true"/>
  </documentManagement>
</p:properties>
</file>

<file path=customXml/itemProps1.xml><?xml version="1.0" encoding="utf-8"?>
<ds:datastoreItem xmlns:ds="http://schemas.openxmlformats.org/officeDocument/2006/customXml" ds:itemID="{82A8EC5E-396E-4D73-AA40-C40F85EBA9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3D9A4D-63CA-426A-8C90-0FC72E2074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688bc5-a414-45a2-8d3b-cc02cdaf8f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723753-D991-494B-8B0B-C94717B228C1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3e688bc5-a414-45a2-8d3b-cc02cdaf8f78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Agenda old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2026-07-21T12:20:16Z</dcterms:created>
  <dcterms:modified xsi:type="dcterms:W3CDTF">2026-07-21T12:20:18Z</dcterms:modified>
  <cp:contentStatus>Template rev: 2025-01-31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0x01010068266A4A9800C44580FDAD9B73FE58D8</vt:lpwstr>
  </property>
</Properties>
</file>